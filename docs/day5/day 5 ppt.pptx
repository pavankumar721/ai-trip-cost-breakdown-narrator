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INTERNSHIP PROJECT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508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Trip Cost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02920" y="2240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Breakdown Narrator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02920" y="3108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Manivtha Tours &amp; Travels · AI-Powered Customer Experience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3611880"/>
            <a:ext cx="3200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840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Node.js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Backend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51760" y="3840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Claude AI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65176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AI Engine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00600" y="3840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REST API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0060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Interface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49440" y="3840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GitHub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94944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Version Control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863840" y="448056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0" y="4480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Day 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188720"/>
            <a:ext cx="4069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1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1952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Accepts customer name, destination &amp; trip cost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1401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1248" y="23865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Calls Claude AI to generate personalized cost breakdown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26080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1248" y="2898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Returns professional cost details via REST API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38144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1248" y="3410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Breaks down: transport, accommodation, meals, sightseeing &amp; taxes</a:t>
            </a:r>
            <a:endParaRPr lang="en-US" sz="12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950208"/>
            <a:ext cx="256032" cy="2560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41248" y="39227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Maintains a positive, customer-friendly tone</a:t>
            </a:r>
            <a:endParaRPr lang="en-US" sz="1200" dirty="0"/>
          </a:p>
        </p:txBody>
      </p:sp>
      <p:sp>
        <p:nvSpPr>
          <p:cNvPr id="17" name="Shape 9"/>
          <p:cNvSpPr/>
          <p:nvPr/>
        </p:nvSpPr>
        <p:spPr>
          <a:xfrm>
            <a:off x="4754880" y="1188720"/>
            <a:ext cx="4069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1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0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4919472" y="1901952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5321808" y="18836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Node.js + Express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5321808" y="20574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Backend framework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4919472" y="2414016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5321808" y="23957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Claude AI (Anthropic)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321808" y="25694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cost breakdown engine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919472" y="292608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5321808" y="29077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REST API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321808" y="30815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HTTP POST /generate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919472" y="3438144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5321808" y="34198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GitHub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321808" y="35935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Version control &amp; docs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919472" y="3950208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321808" y="3931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Postman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321808" y="41056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API testing &amp;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18872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VS Code Explorer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INTERNSHIP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📂 backend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286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📂 docs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560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📂 frontend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834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📂 node_modules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108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📂 tests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.gitignore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3657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AI_TRIP_COST_...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3931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package.json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0" y="118872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75488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54880" y="15179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Express server, route handlers &amp; AI integration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2075688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75488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4880" y="2404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Day-by-day documentation: day2, day3, day4 folders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0" y="2962656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75488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75488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Test scripts for endpoint validation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0" y="3849624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0D2137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754880" y="39227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AI_TRIP_COST_NARRATOR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54880" y="4178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Core narrator module with Claude API calls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in Action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406640" y="27432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06640" y="274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200 OK  •  9.54s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" y="118872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0A162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POST Request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664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http://localhost:5000/generate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201168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233172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"customer": "Priya",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265176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"destination": "Kerala",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297180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"amount": 25000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329184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3639312"/>
            <a:ext cx="3566160" cy="329184"/>
          </a:xfrm>
          <a:prstGeom prst="roundRect">
            <a:avLst>
              <a:gd name="adj" fmla="val 16667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657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6459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Customer name for personalization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4023360"/>
            <a:ext cx="3566160" cy="329184"/>
          </a:xfrm>
          <a:prstGeom prst="roundRect">
            <a:avLst>
              <a:gd name="adj" fmla="val 16667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041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64592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Travel destination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4407408"/>
            <a:ext cx="3566160" cy="329184"/>
          </a:xfrm>
          <a:prstGeom prst="roundRect">
            <a:avLst>
              <a:gd name="adj" fmla="val 16667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4256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amount: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645920" y="442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Total package cost (₹)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0" y="1188720"/>
            <a:ext cx="4251960" cy="3566160"/>
          </a:xfrm>
          <a:prstGeom prst="roundRect">
            <a:avLst>
              <a:gd name="adj" fmla="val 2564"/>
            </a:avLst>
          </a:prstGeom>
          <a:solidFill>
            <a:srgbClr val="0A16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75488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JSON Response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709160" y="17556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"success": true,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09160" y="20299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"response": "Hello Priya!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09160" y="23042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Thank you for choosing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709160" y="25786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Manivtha Tours &amp; Travels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09160" y="28529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 your trip to beautiful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709160" y="31272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Kerala! The package totals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709160" y="34015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₹25,000...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709160" y="36758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Transportation Costs...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709160" y="39502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Accommodation Costs...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709160" y="42245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Meal Costs...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Design (V1)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18872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0A162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System Instruction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719072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You are an AI-powered Travel Cost Breakdown Assistant for Manivtha Tours &amp; Travels. Your responsibility is to explain trip package costs in a professional, engaging, and customer-friendly manner.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0604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5877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Greet the customer by name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5292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28346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Explain transportation costs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99816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9808" y="30815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Explain accommodation costs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46704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9808" y="3328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Explain meal costs</a:t>
            </a:r>
            <a:endParaRPr lang="en-US" sz="10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593592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49808" y="35753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Explain sightseeing costs</a:t>
            </a:r>
            <a:endParaRPr lang="en-US" sz="10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840480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49808" y="38221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Explain taxes and service charges</a:t>
            </a:r>
            <a:endParaRPr lang="en-US" sz="10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4087368"/>
            <a:ext cx="182880" cy="1828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49808" y="4069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Highlight the value provided</a:t>
            </a:r>
            <a:endParaRPr lang="en-US" sz="10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4334256"/>
            <a:ext cx="182880" cy="18288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749808" y="43159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Use simple and clear language</a:t>
            </a:r>
            <a:endParaRPr lang="en-US" sz="10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4581144"/>
            <a:ext cx="182880" cy="18288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749808" y="4562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Keep it 150–250 words</a:t>
            </a:r>
            <a:endParaRPr lang="en-US" sz="1050" dirty="0"/>
          </a:p>
        </p:txBody>
      </p:sp>
      <p:sp>
        <p:nvSpPr>
          <p:cNvPr id="26" name="Shape 14"/>
          <p:cNvSpPr/>
          <p:nvPr/>
        </p:nvSpPr>
        <p:spPr>
          <a:xfrm>
            <a:off x="4572000" y="1188720"/>
            <a:ext cx="4251960" cy="3566160"/>
          </a:xfrm>
          <a:prstGeom prst="roundRect">
            <a:avLst>
              <a:gd name="adj" fmla="val 2564"/>
            </a:avLst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15"/>
          <p:cNvSpPr/>
          <p:nvPr/>
        </p:nvSpPr>
        <p:spPr>
          <a:xfrm>
            <a:off x="475488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User Template</a:t>
            </a:r>
            <a:endParaRPr lang="en-US" sz="1400" dirty="0"/>
          </a:p>
        </p:txBody>
      </p:sp>
      <p:sp>
        <p:nvSpPr>
          <p:cNvPr id="28" name="Text 16"/>
          <p:cNvSpPr/>
          <p:nvPr/>
        </p:nvSpPr>
        <p:spPr>
          <a:xfrm>
            <a:off x="4754880" y="175564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Name: {customer}</a:t>
            </a:r>
            <a:endParaRPr lang="en-US" sz="1300" dirty="0"/>
          </a:p>
        </p:txBody>
      </p:sp>
      <p:sp>
        <p:nvSpPr>
          <p:cNvPr id="29" name="Text 17"/>
          <p:cNvSpPr/>
          <p:nvPr/>
        </p:nvSpPr>
        <p:spPr>
          <a:xfrm>
            <a:off x="4754880" y="207568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0" name="Text 18"/>
          <p:cNvSpPr/>
          <p:nvPr/>
        </p:nvSpPr>
        <p:spPr>
          <a:xfrm>
            <a:off x="4754880" y="239572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Destination: {destination}</a:t>
            </a:r>
            <a:endParaRPr lang="en-US" sz="1300" dirty="0"/>
          </a:p>
        </p:txBody>
      </p:sp>
      <p:sp>
        <p:nvSpPr>
          <p:cNvPr id="31" name="Text 19"/>
          <p:cNvSpPr/>
          <p:nvPr/>
        </p:nvSpPr>
        <p:spPr>
          <a:xfrm>
            <a:off x="4754880" y="271576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2" name="Text 20"/>
          <p:cNvSpPr/>
          <p:nvPr/>
        </p:nvSpPr>
        <p:spPr>
          <a:xfrm>
            <a:off x="4754880" y="303580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 Cost: ₹{amount}</a:t>
            </a:r>
            <a:endParaRPr lang="en-US" sz="1300" dirty="0"/>
          </a:p>
        </p:txBody>
      </p:sp>
      <p:sp>
        <p:nvSpPr>
          <p:cNvPr id="33" name="Text 21"/>
          <p:cNvSpPr/>
          <p:nvPr/>
        </p:nvSpPr>
        <p:spPr>
          <a:xfrm>
            <a:off x="4754880" y="335584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4" name="Text 22"/>
          <p:cNvSpPr/>
          <p:nvPr/>
        </p:nvSpPr>
        <p:spPr>
          <a:xfrm>
            <a:off x="4754880" y="367588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a customer-friendly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4754880" y="399592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breakdown explaining the</a:t>
            </a:r>
            <a:endParaRPr lang="en-US" sz="1300" dirty="0"/>
          </a:p>
        </p:txBody>
      </p:sp>
      <p:sp>
        <p:nvSpPr>
          <p:cNvPr id="36" name="Text 24"/>
          <p:cNvSpPr/>
          <p:nvPr/>
        </p:nvSpPr>
        <p:spPr>
          <a:xfrm>
            <a:off x="4754880" y="431596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cost.</a:t>
            </a:r>
            <a:endParaRPr lang="en-US" sz="1300" dirty="0"/>
          </a:p>
        </p:txBody>
      </p:sp>
      <p:sp>
        <p:nvSpPr>
          <p:cNvPr id="37" name="Shape 25"/>
          <p:cNvSpPr/>
          <p:nvPr/>
        </p:nvSpPr>
        <p:spPr>
          <a:xfrm>
            <a:off x="4754880" y="461772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26"/>
          <p:cNvSpPr/>
          <p:nvPr/>
        </p:nvSpPr>
        <p:spPr>
          <a:xfrm>
            <a:off x="4754880" y="4617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{customer}</a:t>
            </a:r>
            <a:endParaRPr lang="en-US" sz="1000" dirty="0"/>
          </a:p>
        </p:txBody>
      </p:sp>
      <p:sp>
        <p:nvSpPr>
          <p:cNvPr id="39" name="Shape 27"/>
          <p:cNvSpPr/>
          <p:nvPr/>
        </p:nvSpPr>
        <p:spPr>
          <a:xfrm>
            <a:off x="6126480" y="461772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6126480" y="4617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{destination}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7498080" y="461772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7498080" y="4617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{amount}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&amp; Docs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18872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188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pavankumar721  /  AI-Trip-Cost-Breakdown-Narrator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192024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2057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📁 day2/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Add backend and AI objectives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 hours ago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92024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29000" y="2057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📁 day3/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2900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Add AI quality assessment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29000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 hours ago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72200" y="192024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55080" y="2057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📁 day4/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5508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Complete Day 4 prompt design and evaluation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55080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hour ago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370332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703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Latest commit: f55a525  ·  Complete Day 4 prompt design and evaluation  ·  1 hour ago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4407408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0D213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" y="44074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📄 package.json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057400" y="4407408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0D213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57400" y="44074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📄 package-lock.json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794760" y="4407408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0D213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94760" y="44074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📄 .gitignore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532120" y="4407408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0D213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32120" y="44074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📄 LICENSE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269480" y="4407408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0D213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69480" y="44074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📄 README.md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4114800" cy="41148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887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35331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Prompt Engineering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2064" y="184708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Designing structured system prompts that guide AI output quality and consistency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73552" y="11887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38144" y="135331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389888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59352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Backend Integration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38144" y="184708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Connecting Claude API to Express.js with proper error handling and JSON responses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99632" y="11887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64224" y="135331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89888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85432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API Design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64224" y="184708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Building RESTful endpoints with clear input validation and success/error states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47472" y="29260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12064" y="309067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27248"/>
            <a:ext cx="338328" cy="3383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33272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Version Control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12064" y="35844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Organizing project with day-by-day commits and structured documentation folders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73552" y="29260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38144" y="309067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127248"/>
            <a:ext cx="338328" cy="3383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59352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AI Quality Review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438144" y="35844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Evaluating AI response quality, tone consistency and accuracy of cost breakdowns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199632" y="29260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364224" y="309067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127248"/>
            <a:ext cx="338328" cy="33832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85432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Real-World Use Case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364224" y="35844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Applying AI to solve an actual business need in the travel &amp; hospitality domain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Trip Cost Breakdown Narrator</dc:title>
  <dc:subject>PptxGenJS Presentation</dc:subject>
  <dc:creator>PptxGenJS</dc:creator>
  <cp:lastModifiedBy>PptxGenJS</cp:lastModifiedBy>
  <cp:revision>1</cp:revision>
  <dcterms:created xsi:type="dcterms:W3CDTF">2026-06-09T10:09:44Z</dcterms:created>
  <dcterms:modified xsi:type="dcterms:W3CDTF">2026-06-09T10:09:44Z</dcterms:modified>
</cp:coreProperties>
</file>